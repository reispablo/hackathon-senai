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2331720" cy="822960"/>
          </a:xfrm>
          <a:prstGeom prst="roundRect">
            <a:avLst>
              <a:gd name="adj" fmla="val 13333"/>
            </a:avLst>
          </a:prstGeom>
          <a:solidFill>
            <a:srgbClr val="0B58B7"/>
          </a:solidFill>
          <a:ln w="12700">
            <a:solidFill>
              <a:srgbClr val="108DFF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67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6FBFF"/>
                </a:solidFill>
              </a:rPr>
              <a:t>SENAI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BFF"/>
                </a:solidFill>
              </a:rPr>
              <a:t>HACKATHON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8DFF"/>
                </a:solidFill>
              </a:rPr>
              <a:t>SENAI 2026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34015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BFF"/>
                </a:solidFill>
              </a:rPr>
              <a:t>Conectando clientes e profissionais do setor automotivo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078992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1225296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Proposta para aprovação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62672" y="1609344"/>
            <a:ext cx="3648456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Evento de 8 horas para estudantes de Tecnologia da Informação, com desenvolvimento de solução digital aplicada a uma necessidade real do mercado automotivo.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818120" y="4709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D2EB"/>
                </a:solidFill>
              </a:rPr>
              <a:t>Gerência / Supervisão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Contexto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Oportunidade real de mercado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Clientes têm dificuldade para encontrar profissionais automotivos confiáveis e disponíveis.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Profissionais precisam de canais mais simples para divulgar serviços e conquistar clientes.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O tema permite aos estudantes desenvolver uma solução próxima da realidade do mercado.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proposta conecta tecnologia, inovação, experiência do usuário e regras de negócio.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Proposta do Evento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Hackathon de 8 horas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Realizar um desafio prático com estudantes de Tecnologia da Informação do SENAI.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As equipes deverão planejar, prototipar, desenvolver, documentar e apresentar uma solução.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O produto final deve conectar clientes e profissionais do setor automotivo.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dinâmica simula pressão de prazo, colaboração e tomada de decisão presentes no mercado.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Intenção Pedagógica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Aprendizagem prática orientada a resultado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Estimular protagonismo, criatividade e resolução de problemas reais.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Fortalecer competências técnicas em front-end, back-end, banco de dados e documentação.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Desenvolver comunicação, colaboração, organização e apresentação de solução.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Integrar conteúdos trabalhados em sala em uma experiência aplicada.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Justificativa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Por que realizar o hackathon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atividade amplia o engajamento dos alunos por meio de um desafio concreto e mensurável.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O tema automotivo é acessível, relevante e permite diferentes níveis de solução.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O formato favorece avaliação integrada de competências técnicas e comportamentais.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proposta reforça a relação entre formação profissional, inovação e necessidade de mercado.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Objetivo e Escopo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O que as equipes deverão construir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98448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4475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Objetivo Geral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96112" y="1828800"/>
            <a:ext cx="50200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Desenvolver uma solução tecnológica inovadora que conecte clientes e profissionais do setor automotivo de maneira prática, rápida e confiável.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309360" y="1298448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44475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Escopo mínimo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473952" y="1828800"/>
            <a:ext cx="479145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Nome do projeto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Objetivo, tema e justificativa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Público atendido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Funcionalidades principais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Regras de negócio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Estrutura básica do banco de dados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Tecnologias utilizadas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Formato e Organização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Estrutura operacional proposta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61872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081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Duração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96112" y="1792224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8 horas de evento, incluindo abertura, modelagem, desenvolvimento, preparação do pitch e avaliação.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493008" y="1261872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4081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Equipes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657600" y="1792224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Equipes pré-definidas, com quantidade de membros definida pela organização.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254496" y="1261872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4081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Público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419088" y="1792224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Estudantes de Tecnologia da Informação do SENAI.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015984" y="1261872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0576" y="140817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Entrega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180576" y="1792224"/>
            <a:ext cx="22311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Sistema funcionando, documentação, código organizado e pitch final.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31520" y="3273552"/>
            <a:ext cx="10844784" cy="1536192"/>
          </a:xfrm>
          <a:prstGeom prst="roundRect">
            <a:avLst>
              <a:gd name="adj" fmla="val 4762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419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Condução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96112" y="3803904"/>
            <a:ext cx="1051560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O evento será orientado por regras claras, controle de tempo, momentos de avaliação e acompanhamento das entregas previstas.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Cronograma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Distribuição das atividades no 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08:00 - 08:20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261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Abertura e apresentação do desafio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868680" y="1645920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653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08:20 - 10:20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18653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Modelagem e prototipagem em papel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868680" y="2249424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68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10:20 - 10:35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468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Coffee break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68680" y="2852928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0723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10:35 - 14:35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072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Desenvolvimento da solução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868680" y="3456432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75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12:30 - 13:10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675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Almoço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68680" y="4059936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793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14:35 - 15:00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42793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Preparação do pitch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68680" y="4663440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828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8DFF"/>
                </a:solidFill>
              </a:rPr>
              <a:t>15:00 - 16:00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8828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6FBFF"/>
                </a:solidFill>
              </a:rPr>
              <a:t>Pitch e avaliação final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68680" y="5266944"/>
            <a:ext cx="10012680" cy="0"/>
          </a:xfrm>
          <a:prstGeom prst="line">
            <a:avLst/>
          </a:prstGeom>
          <a:noFill/>
          <a:ln w="12700">
            <a:solidFill>
              <a:srgbClr val="1B6FB8">
                <a:alpha val="3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Uso de Inteligência Artificial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Uso controlado e consciente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IA será permitida apenas em quatro janelas de 10 minutos.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Janelas previstas: 11:15, 12:05, 13:40 e 14:15.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Fora desses períodos, o uso de IA não será permitido.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A regra incentiva pensamento crítico, autoria, planejamento e uso responsável da tecnologia.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Tecnologias Permitidas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Flexibilidade com governança técnica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261872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4081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Front-end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41832" y="1792224"/>
            <a:ext cx="22768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HTML / CSS / JS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React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Vue.js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.NET Blazor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Outra aprovada previamente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611880" y="1261872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4081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Back-end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776472" y="1792224"/>
            <a:ext cx="22768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Node.js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PHP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Python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.NET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46520" y="1261872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4081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Banco de Dados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611112" y="1792224"/>
            <a:ext cx="22768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SQLite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PostgreSQL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MySQL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MariaDB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SQL Server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281160" y="1261872"/>
            <a:ext cx="2148840" cy="3566160"/>
          </a:xfrm>
          <a:prstGeom prst="roundRect">
            <a:avLst>
              <a:gd name="adj" fmla="val 3404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40817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Ambiente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445752" y="1792224"/>
            <a:ext cx="18196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Docker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XAMPP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Ambiente local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Entregáveis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Evidências ao final do evento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298448"/>
            <a:ext cx="2468880" cy="3063240"/>
          </a:xfrm>
          <a:prstGeom prst="roundRect">
            <a:avLst>
              <a:gd name="adj" fmla="val 2963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4447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Protótipo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41832" y="1828800"/>
            <a:ext cx="21396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Fluxos, regras e modelagem em papel.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429000" y="1298448"/>
            <a:ext cx="2468880" cy="3063240"/>
          </a:xfrm>
          <a:prstGeom prst="roundRect">
            <a:avLst>
              <a:gd name="adj" fmla="val 2963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4447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Sistema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93592" y="1828800"/>
            <a:ext cx="21396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Solução funcionando com front-end, back-end, banco e regras.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80760" y="1298448"/>
            <a:ext cx="2468880" cy="3063240"/>
          </a:xfrm>
          <a:prstGeom prst="roundRect">
            <a:avLst>
              <a:gd name="adj" fmla="val 2963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108DF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4447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8DFF"/>
                </a:solidFill>
              </a:rPr>
              <a:t>Código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245352" y="1828800"/>
            <a:ext cx="21396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Repositório organizado, documentação e README.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732520" y="1298448"/>
            <a:ext cx="2468880" cy="3063240"/>
          </a:xfrm>
          <a:prstGeom prst="roundRect">
            <a:avLst>
              <a:gd name="adj" fmla="val 2963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4447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Pitch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897112" y="1828800"/>
            <a:ext cx="213969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Apresentação objetiva com duração de até 8 minutos.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Critérios de Avaliação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Total de 100 pontos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Entendimento do problema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3886200" y="1444752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243584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075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Qualidade da modelagem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3886200" y="2157984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956816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02082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2724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Regras de negócio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3886200" y="2871216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670048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73405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Banco de dados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3886200" y="3584448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3383280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4472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41513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Front-end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3886200" y="4297680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4096512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4160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36208" y="1298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Back-end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9253728" y="1444752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51008" y="1243584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51008" y="13075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20116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Organização do código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9253728" y="2157984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51008" y="1956816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202082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27249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Uso inteligente da IA</a:t>
            </a:r>
            <a:endParaRPr lang="en-US" sz="1230" dirty="0"/>
          </a:p>
        </p:txBody>
      </p:sp>
      <p:sp>
        <p:nvSpPr>
          <p:cNvPr id="38" name="Shape 36"/>
          <p:cNvSpPr/>
          <p:nvPr/>
        </p:nvSpPr>
        <p:spPr>
          <a:xfrm>
            <a:off x="9253728" y="2871216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51008" y="2670048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51008" y="273405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34381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F6FBFF"/>
                </a:solidFill>
              </a:rPr>
              <a:t>Pitch</a:t>
            </a:r>
            <a:endParaRPr lang="en-US" sz="1230" dirty="0"/>
          </a:p>
        </p:txBody>
      </p:sp>
      <p:sp>
        <p:nvSpPr>
          <p:cNvPr id="42" name="Shape 40"/>
          <p:cNvSpPr/>
          <p:nvPr/>
        </p:nvSpPr>
        <p:spPr>
          <a:xfrm>
            <a:off x="9253728" y="3584448"/>
            <a:ext cx="1005840" cy="0"/>
          </a:xfrm>
          <a:prstGeom prst="line">
            <a:avLst/>
          </a:prstGeom>
          <a:noFill/>
          <a:ln w="12700">
            <a:solidFill>
              <a:srgbClr val="1B6FB8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51008" y="3383280"/>
            <a:ext cx="411480" cy="310896"/>
          </a:xfrm>
          <a:prstGeom prst="roundRect">
            <a:avLst>
              <a:gd name="adj" fmla="val 11765"/>
            </a:avLst>
          </a:prstGeom>
          <a:solidFill>
            <a:srgbClr val="108DFF"/>
          </a:solidFill>
          <a:ln w="12700">
            <a:solidFill>
              <a:srgbClr val="108D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51008" y="34472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FBFF"/>
                </a:solidFill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Benefícios Esperados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Resultados para alunos e instituição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Maior engajamento dos estudantes em atividades práticas.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Integração de conhecimentos técnicos em uma entrega única.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Desenvolvimento de competências profissionais valorizadas pelo mercado.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Geração de projetos demonstráveis para portfólio e avaliação.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F6FBFF"/>
                </a:solidFill>
              </a:rPr>
              <a:t>Fortalecimento da cultura de inovação no ambiente educacional.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2"/>
          </a:solidFill>
          <a:ln w="12700">
            <a:solidFill>
              <a:srgbClr val="0209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52A">
              <a:alpha val="88000"/>
            </a:srgbClr>
          </a:solidFill>
          <a:ln w="12700">
            <a:solidFill>
              <a:srgbClr val="0315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-1005840"/>
            <a:ext cx="4389120" cy="4389120"/>
          </a:xfrm>
          <a:prstGeom prst="arc">
            <a:avLst/>
          </a:prstGeom>
          <a:noFill/>
          <a:ln w="15240">
            <a:solidFill>
              <a:srgbClr val="108DFF">
                <a:alpha val="6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2700">
            <a:solidFill>
              <a:srgbClr val="1B6FB8">
                <a:alpha val="4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40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BFF"/>
                </a:solidFill>
              </a:rPr>
              <a:t>Solicitação de Aprovação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850392"/>
            <a:ext cx="868680" cy="0"/>
          </a:xfrm>
          <a:prstGeom prst="line">
            <a:avLst/>
          </a:prstGeom>
          <a:noFill/>
          <a:ln w="25400">
            <a:solidFill>
              <a:srgbClr val="10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2EB"/>
                </a:solidFill>
              </a:rPr>
              <a:t>Encaminhamento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BFF"/>
                </a:solidFill>
              </a:rPr>
              <a:t>Solicita-se a aprovação da gerência/supervisão para a realização do Hackathon SENAI 2026.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9738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9D2EB"/>
                </a:solidFill>
              </a:rPr>
              <a:t>A proposta está alinhada à formação prática dos estudantes, ao desenvolvimento de competências técnicas e profissionais e ao incentivo à inovação aplicada a uma necessidade real de mercado.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425196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06203F">
              <a:alpha val="96000"/>
            </a:srgbClr>
          </a:solidFill>
          <a:ln w="12700">
            <a:solidFill>
              <a:srgbClr val="FF7417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4398264"/>
            <a:ext cx="9683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7417"/>
                </a:solidFill>
              </a:rPr>
              <a:t>Próximo passo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124712" y="4782312"/>
            <a:ext cx="96834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BFF"/>
                </a:solidFill>
              </a:rPr>
              <a:t>Validação da proposta, definição da data, confirmação das equipes e alinhamento dos recursos necessários.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9436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B9D2EB"/>
                </a:solidFill>
              </a:rPr>
              <a:t>Hackathon SENAI 2026 | Proposta para aprovação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SENAI 2026</dc:title>
  <dc:subject>Proposta para aprovação do Hackathon SENAI 2026</dc:subject>
  <dc:creator>SENAI</dc:creator>
  <cp:lastModifiedBy>SENAI</cp:lastModifiedBy>
  <cp:revision>1</cp:revision>
  <dcterms:created xsi:type="dcterms:W3CDTF">2026-07-21T22:43:39Z</dcterms:created>
  <dcterms:modified xsi:type="dcterms:W3CDTF">2026-07-21T22:43:39Z</dcterms:modified>
</cp:coreProperties>
</file>